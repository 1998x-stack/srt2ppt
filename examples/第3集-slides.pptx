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开场白：病毒是完美的寄生者，把生命活动转交给宿主细胞。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病毒把生命活动转交给宿主细胞完成，自己只携带最小量的物质。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病毒本身不致病，我们每天吃的肉菜蛋奶里也有蛋白质和DNA/RNA。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只有病毒进入宿主细胞才会致病，否则就算碰到或吃下也没问题。例：非洲猪瘟的猪肉人吃了没事。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从细菌到真菌，从植物到动物，几乎所有地球生命都能被病毒入侵。但每种病毒只入侵特定物种的特定细胞。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艾滋病毒通过GP120/GP41与免疫细胞上的CD4结合，在CCR5帮助下完成膜融合，整个过程是被动的。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病毒识别和入侵完全是被动完成的，只需要借助蛋白质分子之间的吸引和结合、细胞膜的融合等物理过程。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病毒利用宿主细胞表面的天然蛋白质作为识别和入侵的工具，宿主因为需要这些蛋白质而无法阻止病毒。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SARS和新型冠状病毒都依靠病毒表面的尖刺结合ACE2蛋白质，ACE2分布在肺、肾等器官的细胞上。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病毒唯一重要的使命就是自我复制，宿主细胞健康反而是最理想的。有些科学家认为某些病毒入侵可能还有好处。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病毒致病可分为三大类：直接杀死细胞、宿主防御过度、免疫系统攻击被感染细胞。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腺病毒在完成自我复制后，会主动命令宿主细胞启动自杀程序，把自身破碎分解以便释放新病毒。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HIV本身不杀伤免疫细胞，但免疫细胞内部的监视系统会自杀式清除被感染的细胞，过度反应导致免疫系统瘫痪。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免疫系统会持续攻击被病毒感染的细胞，如乙肝导致肝炎肝硬化肝癌，新冠病毒导致免疫系统激烈攻击肺部细胞。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总结：病毒本身不致病，进入细胞后通过三种途径导致疾病。下一讲讨论病毒如何传播。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09728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病毒科学课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914400" y="23774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94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第3集 · 病毒如何导致疾病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14400" y="34747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AAA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王丽明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34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病毒是完美的寄生者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病毒的本质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94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完美寄生者：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把生命活动转交给宿主细胞完成
</a:t>
            </a:r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94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携带极少物质：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只携带无可精简的最小量遗传物质
</a:t>
            </a:r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94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核心结构：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蛋白质外壳 + DNA/RNA遗传物质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关于“病毒”的常见误解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94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误解：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"病毒"二字让人以为它本身有毒
</a:t>
            </a:r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94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事实：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病毒在进入细胞前像沙子一样毫无生命迹象
</a:t>
            </a:r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94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关键：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蛋白质外壳和遗传物质本身不会引起疾病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09728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病毒致病的第一要素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14400" y="2011680"/>
            <a:ext cx="7315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94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病毒必须进入宿主细胞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36576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碰不到或吃下肚子，都不会有问题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34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病毒如何进入宿主细胞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宿主选择性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94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几乎所有地球生命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都能被一种或多种病毒入侵
</a:t>
            </a:r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94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病毒只入侵特定物种的特定细胞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例如：乙肝病毒只入侵人体肝脏细胞
</a:t>
            </a:r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94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生物学术语：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这被称为宿主选择性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HIV入侵示例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94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病毒表面突起：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GP120（大头）和 GP41（尖头）
</a:t>
            </a:r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94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结合目标：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免疫细胞表面的 CD4 蛋白质
</a:t>
            </a:r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94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进入过程：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借助 CCR5 蛋白 → GP41 刺破细胞膜 → 膜融合 → 遗传物质进入细胞内部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45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识别和入侵的两个特点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371600" y="1645920"/>
            <a:ext cx="6400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完全被动完成</a:t>
            </a:r>
            <a:pPr algn="ctr" indent="0" marL="0">
              <a:lnSpc>
                <a:spcPts val="800"/>
              </a:lnSpc>
              <a:buNone/>
            </a:pPr>
            <a:r>
              <a:rPr lang="en-US" sz="1800" dirty="0">
                <a:solidFill>
                  <a:srgbClr val="FFDD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病毒自己不需要做任何事情
</a:t>
            </a:r>
            <a:pPr algn="ctr" indent="0" marL="0">
              <a:lnSpc>
                <a:spcPts val="8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宿主选择性的本质</a:t>
            </a:r>
            <a:pPr algn="ctr" indent="0" marL="0">
              <a:lnSpc>
                <a:spcPts val="800"/>
              </a:lnSpc>
              <a:buNone/>
            </a:pPr>
            <a:endParaRPr lang="en-US" sz="2600" dirty="0"/>
          </a:p>
          <a:p>
            <a:pPr algn="ctr" indent="0" marL="0">
              <a:lnSpc>
                <a:spcPts val="800"/>
              </a:lnSpc>
              <a:buNone/>
            </a:pPr>
            <a:r>
              <a:rPr lang="en-US" sz="1800" dirty="0">
                <a:solidFill>
                  <a:srgbClr val="FFDD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就看病毒能结合什么蛋白质分子</a:t>
            </a:r>
            <a:endParaRPr lang="en-US" sz="2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病毒的聪明策略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94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利用宿主自身的蛋白质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宿主细胞表面的蛋白质本是细胞的重要功能元件
</a:t>
            </a:r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94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病毒无法被阻止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宿主不能轻易放弃或改变这些关键蛋白质
</a:t>
            </a:r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94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例子——HIV与CD4：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CD4帮助免疫细胞识别病原体，但也被HIV利用作为入侵入口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冠状病毒实例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E94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SARS冠状病毒（2002）</a:t>
            </a:r>
            <a:pPr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E94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与新型冠状病毒（2019）
</a:t>
            </a:r>
            <a:pPr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0F34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结合目标：</a:t>
            </a:r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病毒表面尖刺与ACE2蛋白质结合
</a:t>
            </a:r>
            <a:pPr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0F34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ACE2的功能：</a:t>
            </a:r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血管紧张素转换酶二，对心血管功能至关重要
</a:t>
            </a:r>
            <a:pPr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0F34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受影响部位：</a:t>
            </a:r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肺、肾、男性睾丸等带有ACE2的细胞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34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病毒进入细胞一定会致病吗？</a:t>
            </a:r>
            <a:endParaRPr lang="en-US" sz="3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病毒不一定致病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94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病毒的终极使命：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利用宿主细胞的能量和资源自我复制
</a:t>
            </a:r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94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健康宿主更理想：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宿主健康活着才能持续帮助病毒制造后代
</a:t>
            </a:r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94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和平共处：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健康人体内也隐藏着很多病毒，能与细胞和平相处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34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病毒致病的三大原因</a:t>
            </a:r>
            <a:endParaRPr lang="en-US" sz="3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三类致病机制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560320" cy="3200400"/>
          </a:xfrm>
          <a:prstGeom prst="roundRect">
            <a:avLst>
              <a:gd name="adj" fmla="val 5357"/>
            </a:avLst>
          </a:prstGeom>
          <a:solidFill>
            <a:srgbClr val="E94560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3716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94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直接破坏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25603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病毒直接杀死宿主细胞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如：腺病毒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91840" y="1280160"/>
            <a:ext cx="2560320" cy="3200400"/>
          </a:xfrm>
          <a:prstGeom prst="roundRect">
            <a:avLst>
              <a:gd name="adj" fmla="val 5357"/>
            </a:avLst>
          </a:prstGeom>
          <a:solidFill>
            <a:srgbClr val="E67E22">
              <a:alpha val="1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3291840" y="13716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67E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291840" y="210312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防御过度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291840" y="2743200"/>
            <a:ext cx="25603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宿主细胞过度防御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自身免疫细胞被清除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如：艾滋病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26480" y="1280160"/>
            <a:ext cx="2560320" cy="3200400"/>
          </a:xfrm>
          <a:prstGeom prst="roundRect">
            <a:avLst>
              <a:gd name="adj" fmla="val 5357"/>
            </a:avLst>
          </a:prstGeom>
          <a:solidFill>
            <a:srgbClr val="27AE60">
              <a:alpha val="1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13716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126480" y="210312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免疫攻击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126480" y="2743200"/>
            <a:ext cx="25603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免疫系统攻击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被感染的细胞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如：乙肝、新冠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原因一：病毒直接破坏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94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代表病毒：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腺病毒（引发病毒性肺炎）
</a:t>
            </a:r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94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机制：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完成复制后，命令宿主细胞启动自杀程序
</a:t>
            </a:r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94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后果：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细胞破碎分解，释放新病毒颗粒，继续感染下一个细胞</a:t>
            </a: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原因二：宿主防御过度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E94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代表病毒：</a:t>
            </a:r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艾滋病毒（HIV）
</a:t>
            </a:r>
            <a:pPr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E94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机制：</a:t>
            </a:r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免疫细胞内部监视系统发现被入侵后启动自杀
</a:t>
            </a:r>
            <a:pPr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E94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</a:t>
            </a:r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防御措施过于激烈，连未感染的免疫细胞也被清除
</a:t>
            </a:r>
            <a:pPr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E94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后果：</a:t>
            </a:r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免疫系统彻底瘫痪，患者死于各种病原体感染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原因三：免疫系统攻击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E94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代表病毒：</a:t>
            </a:r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乙肝病毒、SARS、新型冠状病毒
</a:t>
            </a:r>
            <a:pPr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E94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机制：</a:t>
            </a:r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免疫系统持续攻击携带病毒的肝脏或肺部细胞
</a:t>
            </a:r>
            <a:pPr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E94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后果：</a:t>
            </a:r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乙肝→肝炎→肝硬化→肝癌
</a:t>
            </a:r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新冠→短时间内破坏肺部和多器官功能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本讲小结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2200" b="1" dirty="0">
                <a:solidFill>
                  <a:srgbClr val="E94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</a:t>
            </a:r>
            <a:pPr indent="0" marL="0">
              <a:lnSpc>
                <a:spcPts val="36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病毒本身不致病，必须进入宿主细胞才会导致疾病
</a:t>
            </a:r>
            <a:pPr indent="0" marL="0">
              <a:lnSpc>
                <a:spcPts val="3600"/>
              </a:lnSpc>
              <a:buNone/>
            </a:pPr>
            <a:r>
              <a:rPr lang="en-US" sz="2200" b="1" dirty="0">
                <a:solidFill>
                  <a:srgbClr val="E94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</a:t>
            </a:r>
            <a:pPr indent="0" marL="0">
              <a:lnSpc>
                <a:spcPts val="36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病毒依靠表面蛋白质结合宿主细胞蛋白质完成入侵，完全被动
</a:t>
            </a:r>
            <a:pPr indent="0" marL="0">
              <a:lnSpc>
                <a:spcPts val="3600"/>
              </a:lnSpc>
              <a:buNone/>
            </a:pPr>
            <a:r>
              <a:rPr lang="en-US" sz="2200" b="1" dirty="0">
                <a:solidFill>
                  <a:srgbClr val="E94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</a:t>
            </a:r>
            <a:pPr indent="0" marL="0">
              <a:lnSpc>
                <a:spcPts val="36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致病三大原因：直接破坏 / 防御过度 / 免疫攻击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50292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94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下一讲：病毒的传播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病毒科学课 第3集：病毒如何导致疾病</dc:title>
  <dc:subject>PptxGenJS Presentation</dc:subject>
  <dc:creator>王丽明</dc:creator>
  <cp:lastModifiedBy>王丽明</cp:lastModifiedBy>
  <cp:revision>1</cp:revision>
  <dcterms:created xsi:type="dcterms:W3CDTF">2026-07-06T09:40:40Z</dcterms:created>
  <dcterms:modified xsi:type="dcterms:W3CDTF">2026-07-06T09:40:40Z</dcterms:modified>
</cp:coreProperties>
</file>
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病毒科学课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第二讲：病毒到底是什么样的生命？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主讲人：王丽明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探索病毒与地球其他生命的根本区别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病毒与人类疾病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提到病毒这种东西，你肯定不陌生。许多著名的人类疾病，都是由病毒入侵人体导致的。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920240" cy="2377440"/>
          </a:xfrm>
          <a:prstGeom prst="roundRect">
            <a:avLst>
              <a:gd name="adj" fmla="val 7143"/>
            </a:avLst>
          </a:prstGeom>
          <a:solidFill>
            <a:srgbClr val="F97316">
              <a:alpha val="2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乙型肝炎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560320"/>
            <a:ext cx="1920240" cy="2377440"/>
          </a:xfrm>
          <a:prstGeom prst="roundRect">
            <a:avLst>
              <a:gd name="adj" fmla="val 7143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743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艾滋病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HIV病毒感染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560320"/>
            <a:ext cx="1920240" cy="2377440"/>
          </a:xfrm>
          <a:prstGeom prst="roundRect">
            <a:avLst>
              <a:gd name="adj" fmla="val 7143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743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064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季节性流感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2560320"/>
            <a:ext cx="1920240" cy="2377440"/>
          </a:xfrm>
          <a:prstGeom prst="roundRect">
            <a:avLst>
              <a:gd name="adj" fmla="val 7143"/>
            </a:avLst>
          </a:prstGeom>
          <a:solidFill>
            <a:srgbClr val="F97316">
              <a:alpha val="2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43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非典型肺炎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9760" y="2560320"/>
            <a:ext cx="1920240" cy="2377440"/>
          </a:xfrm>
          <a:prstGeom prst="roundRect">
            <a:avLst>
              <a:gd name="adj" fmla="val 7143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43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新冠肺炎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0976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COVID-19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可以说，病毒和我们每个人的生活都息息相关。但与之相对的，是人类至今对病毒的了解还比较少。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病毒的三句话总结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我用三句话来总结病毒的特性：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23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完美寄生者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把自己的全部生命都寄托在别的生命（宿主）身上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极简主义者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只保留最小化的指令系统，一切都尽可能简化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66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规则破坏者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突破其他所有地球生命遵循的共同法则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完美寄生者 —— 与传统寄生虫的不同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374151">
              <a:alpha val="5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传统寄生虫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蛔虫、钩虫、血吸虫、疟原虫等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仍需要自己从受精卵长大成虫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仍需要自己张嘴吃东西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受伤了需自己修复损伤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生存和繁殖仍需独立完成
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只是把一小部分功能转移给宿主
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自己仍然是完整的生命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进入宿主之前根本不是严格意义上的生命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不需要能量，不消耗能量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不呼吸，不动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更不会繁殖后代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完全静止，像沙子尘土
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把所有功能都转交给宿主
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真正的完美寄生者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完美寄生者 —— 病毒生命的两个阶段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阶段一：宿主细胞之外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和非生命物质没有区别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安静地等待寄生的机会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可以稳定存在超长时间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例如：2014年法国科学家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在西伯利亚永冻土中找到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3万年前的活病毒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阶段二：进入宿主细胞后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立刻展现全部生命迹象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利用宿主细胞内的能量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借助宿主现成工具批量制造后代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不需要自己繁殖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新的病毒颗粒离开宿主细胞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回归沉寂，等待下一次入侵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极简主义者 —— 最小化的生命系统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完美的寄生能力让病毒有条件发展出第二个特性 —— 极简主义的生活方式。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在宿主之外完全静默 → 所有维持生存的基本要素都不需要了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91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2918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进入宿主后利用宿主繁殖 → 连繁殖技能也可以尽可能简化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2062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只需一套最小化的指令系统，能告诉宿主细胞如何帮自己繁殖即可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12064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206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1206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其他的所有东西都不需要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极简主义者 —— 乙肝病毒案例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乙肝病毒结构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CD34D">
              <a:alpha val="20000"/>
            </a:srgbClr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94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最外层 — 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6EE7B7">
              <a:alpha val="20000"/>
            </a:srgbClr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中间层 — 蛋白质外壳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5661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93C5FD">
              <a:alpha val="20000"/>
            </a:srgbClr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66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最内层 — 环形DNA分子（4个基因）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554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基因组长仅约 3.2kb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只有区区 4 个基因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大肠杆菌有 4000+ 基因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人类有 20000+ 基因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长度不到大肠杆菌基因组的千分之一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754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不到人类基因组的百万分之一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极简主义者 —— 四基因如何工作？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DNA分子上的4个基因 —— 一套告诉人体细胞如何帮它产生新一代乙肝病毒的说明书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识别肝细胞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识别人体肝脏细胞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97316">
              <a:alpha val="2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脱膜拆壳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脱掉外层膜，拆解蛋白质壳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释放DNA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把DNA释放进入人体细胞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98280" y="22860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9828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和人体细胞DNA混在一起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四个基因对应四种蛋白质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06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蛋白  —  复制乙肝病毒的DNA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42062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206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蛋白  —  复制乙肝病毒的DNA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蛋白  —  构成乙肝病毒的外壳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51206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蛋白  —  构成乙肝病毒的外壳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蛋白质外壳 + DNA → 装备在一起 → 新的乙肝病毒颗粒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规则破坏者 —— 打破生命的基本法则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515600" cy="4572000"/>
          </a:xfrm>
          <a:prstGeom prst="roundRect">
            <a:avLst>
              <a:gd name="adj" fmla="val 300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破坏法则一：能量利用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所有地球生命都需要源源不断地从环境吸收能量，维持生存、繁殖后代。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根源：热力学第二定律 — 孤立系统的混乱程度（熵）只会持续增大。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生命体是精良有序的，需要在混乱中构造秩序，需要持续不断的能量输入。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3474720"/>
            <a:ext cx="9601200" cy="640080"/>
          </a:xfrm>
          <a:prstGeom prst="roundRect">
            <a:avLst>
              <a:gd name="adj" fmla="val 11429"/>
            </a:avLst>
          </a:prstGeom>
          <a:solidFill>
            <a:srgbClr val="EF4444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74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但病毒完全破坏这条法则！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在宿主细胞之外，病毒根本不需要也没有能力展现出任何生命特征。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它本质上和环境里的沙子石头没有区别，所以不需要能量输入来维持生存。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规则破坏者 —— 打破中心法则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生物学中心法则：遗传信息从 DNA → RNA → 蛋白质 的传递。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所有地球生物都遵循这一法则 —  除了病毒。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DNA病毒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天花病毒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和其他正常生物一样，使用DNA分子作为遗传物质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F97316">
              <a:alpha val="1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RNA病毒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流感病毒、艾滋病病毒、新冠病毒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放弃使用DNA，改用RNA分子作为遗传物质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2120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逆转录病毒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5669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乙肝病毒（特殊）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繁殖时先制造RNA，再根据RNA反过来制造DNA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规则破坏者 —— 病毒的特殊形状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绝大多数地球生命没有特别规则的外形，但很多病毒却是数学上很完美的几何形状。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乙肝病毒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21945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完美球形外层 + 正二十面体蛋白质壳（20个相同三角形平面）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T4噬菌体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35661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二十面体的头 + 几根中心对称的尾巴，像人类设计的机器人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983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新冠病毒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0" y="49377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直径120nm的圆球，长满长长尖刺，像海胆或王冠装饰物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总结：记住三个词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完美寄生者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把全部生命寄托在宿主身上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与非生命物质无区别 → 完全活过来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生命两阶段：沉寂 ↔ 繁殖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54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极简主义者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最小化指令系统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乙肝病毒仅4个基因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蛋白质外壳 + DNA = 新病毒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554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规则破坏者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打破能量利用法则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打破生物学中心法则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DNA/RNA灵活使用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数学般的完美几何形状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病毒鹤立鸡群，呈现出和我们熟悉的地球生物的巨大差别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下一讲预告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相比于病毒的独特之处，可能很多人更关心的一个问题是：</a:t>
            </a:r>
            <a:endParaRPr lang="en-US" sz="2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病毒为什么会让人生病？它们又是怎么让人生病的？</a:t>
            </a:r>
            <a:endParaRPr lang="en-US" sz="2000" dirty="0"/>
          </a:p>
          <a:p>
            <a:pPr indent="0" marL="0">
              <a:lnSpc>
                <a:spcPct val="160000"/>
              </a:lnSpc>
              <a:buNone/>
            </a:pPr>
            <a:endParaRPr lang="en-US" sz="2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这个，我们在下一讲说。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2026-07-06T09:41:01Z</dcterms:created>
  <dcterms:modified xsi:type="dcterms:W3CDTF">2026-07-06T09:41:01Z</dcterms:modified>
</cp:coreProperties>
</file>